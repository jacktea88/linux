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106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43D2AF-4514-4A78-82E6-1AE63A503B5D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F6FB5-5F54-45F6-A362-B0F129BAB1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6909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說明為何須要</a:t>
            </a:r>
            <a:r>
              <a:rPr lang="en-US" altLang="zh-TW" dirty="0"/>
              <a:t>boot loader (</a:t>
            </a:r>
            <a:r>
              <a:rPr lang="zh-TW" altLang="en-US" dirty="0"/>
              <a:t>載入開機所須的程式，包括基本的</a:t>
            </a:r>
            <a:r>
              <a:rPr lang="en-US" altLang="zh-TW" dirty="0"/>
              <a:t>driver)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F6FB5-5F54-45F6-A362-B0F129BAB1C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6334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各種產品的架構設計都會有這樣的演化，車子也有全油、全電、混合動力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F6FB5-5F54-45F6-A362-B0F129BAB1C5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738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說明</a:t>
            </a:r>
            <a:r>
              <a:rPr lang="en-US" altLang="zh-TW" dirty="0"/>
              <a:t>driver</a:t>
            </a:r>
            <a:r>
              <a:rPr lang="zh-TW" altLang="en-US" dirty="0"/>
              <a:t>的功用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4F6FB5-5F54-45F6-A362-B0F129BAB1C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934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47</Words>
  <Application>Microsoft Office PowerPoint</Application>
  <PresentationFormat>自訂</PresentationFormat>
  <Paragraphs>6</Paragraphs>
  <Slides>15</Slides>
  <Notes>3</Notes>
  <HiddenSlides>3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炳志 林</cp:lastModifiedBy>
  <cp:revision>3</cp:revision>
  <dcterms:created xsi:type="dcterms:W3CDTF">2006-08-16T00:00:00Z</dcterms:created>
  <dcterms:modified xsi:type="dcterms:W3CDTF">2026-09-01T10:17:38Z</dcterms:modified>
</cp:coreProperties>
</file>