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8" d="100"/>
          <a:sy n="38" d="100"/>
        </p:scale>
        <p:origin x="1260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540F63-45CB-4E7E-A154-916C8519F398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BA4894-16CD-4040-A9A5-51C6B106B55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382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/>
              <a:t>如何選擇以下說明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2BA4894-16CD-4040-A9A5-51C6B106B55B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923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</Words>
  <Application>Microsoft Office PowerPoint</Application>
  <PresentationFormat>自訂</PresentationFormat>
  <Paragraphs>2</Paragraphs>
  <Slides>19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炳志 林</cp:lastModifiedBy>
  <cp:revision>2</cp:revision>
  <dcterms:created xsi:type="dcterms:W3CDTF">2006-08-16T00:00:00Z</dcterms:created>
  <dcterms:modified xsi:type="dcterms:W3CDTF">2026-04-29T09:46:09Z</dcterms:modified>
</cp:coreProperties>
</file>