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87270" autoAdjust="0"/>
  </p:normalViewPr>
  <p:slideViewPr>
    <p:cSldViewPr>
      <p:cViewPr varScale="1">
        <p:scale>
          <a:sx n="67" d="100"/>
          <a:sy n="67" d="100"/>
        </p:scale>
        <p:origin x="1380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540F63-45CB-4E7E-A154-916C8519F398}" type="datetimeFigureOut">
              <a:rPr lang="zh-TW" altLang="en-US" smtClean="0"/>
              <a:t>2026/9/16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BA4894-16CD-4040-A9A5-51C6B106B55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13827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err="1"/>
              <a:t>Ms</a:t>
            </a:r>
            <a:r>
              <a:rPr lang="en-US" altLang="zh-TW" dirty="0"/>
              <a:t> driver</a:t>
            </a:r>
            <a:r>
              <a:rPr lang="zh-TW" altLang="en-US" dirty="0"/>
              <a:t>須通過認證測試以確保相容性</a:t>
            </a:r>
            <a:endParaRPr lang="en-US" altLang="zh-TW" dirty="0"/>
          </a:p>
          <a:p>
            <a:r>
              <a:rPr lang="en-US" altLang="zh-TW" dirty="0" err="1"/>
              <a:t>Gpl</a:t>
            </a:r>
            <a:r>
              <a:rPr lang="zh-TW" altLang="en-US" dirty="0"/>
              <a:t>授權的精神是使用之後就要以開程式碼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BA4894-16CD-4040-A9A5-51C6B106B55B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00755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病毒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BA4894-16CD-4040-A9A5-51C6B106B55B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408276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/>
              <a:t>如何選擇以下說明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BA4894-16CD-4040-A9A5-51C6B106B55B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89231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28</Words>
  <Application>Microsoft Office PowerPoint</Application>
  <PresentationFormat>自訂</PresentationFormat>
  <Paragraphs>7</Paragraphs>
  <Slides>19</Slides>
  <Notes>3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炳志 林</cp:lastModifiedBy>
  <cp:revision>4</cp:revision>
  <dcterms:created xsi:type="dcterms:W3CDTF">2006-08-16T00:00:00Z</dcterms:created>
  <dcterms:modified xsi:type="dcterms:W3CDTF">2026-09-16T11:55:50Z</dcterms:modified>
</cp:coreProperties>
</file>